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4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Automated Insight Engine:</a:t>
            </a:r>
          </a:p>
          <a:p>
            <a:r>
              <a:t>Netflix Data Intelligence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End-to-End AI-Driven Reporting Pipeline for Automated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5858" y="1551038"/>
            <a:ext cx="8229600" cy="4525963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This report analyzes 8,807 Netflix titles using a fully automated AI-powered analytics engine.</a:t>
            </a:r>
          </a:p>
          <a:p>
            <a:r>
              <a:rPr dirty="0"/>
              <a:t>Key business and content insights are generated without manual intervention.</a:t>
            </a:r>
          </a:p>
          <a:p>
            <a:endParaRPr dirty="0"/>
          </a:p>
          <a:p>
            <a:r>
              <a:rPr dirty="0"/>
              <a:t>Key Insights:</a:t>
            </a:r>
          </a:p>
          <a:p>
            <a:pPr marL="0" indent="0">
              <a:buNone/>
            </a:pPr>
            <a:r>
              <a:rPr lang="en-IN" dirty="0"/>
              <a:t>     • </a:t>
            </a:r>
            <a:r>
              <a:rPr dirty="0"/>
              <a:t>Movies dominate Netflix’s library.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• International Movies and Dramas lead genre distribution.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• Content growth peaked in 2019.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     • TV-MA dominates the rating distribution.</a:t>
            </a:r>
          </a:p>
          <a:p>
            <a:pPr marL="0" indent="0">
              <a:buNone/>
            </a:pPr>
            <a:r>
              <a:rPr lang="en-IN" dirty="0"/>
              <a:t>     </a:t>
            </a:r>
            <a:r>
              <a:rPr dirty="0"/>
              <a:t>• Rajiv Chilaka &amp; Raul Campos lead in total directed titles.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Genres</a:t>
            </a:r>
          </a:p>
        </p:txBody>
      </p:sp>
      <p:pic>
        <p:nvPicPr>
          <p:cNvPr id="3" name="Picture 2" descr="top_ge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10 Directors</a:t>
            </a:r>
          </a:p>
        </p:txBody>
      </p:sp>
      <p:pic>
        <p:nvPicPr>
          <p:cNvPr id="3" name="Picture 2" descr="top_directo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58293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Rating Distribution</a:t>
            </a:r>
          </a:p>
        </p:txBody>
      </p:sp>
      <p:pic>
        <p:nvPicPr>
          <p:cNvPr id="3" name="Picture 2" descr="ratings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577678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Titles Released per Year</a:t>
            </a:r>
          </a:p>
        </p:txBody>
      </p:sp>
      <p:pic>
        <p:nvPicPr>
          <p:cNvPr id="3" name="Picture 2" descr="titles_per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48577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Type Distribution</a:t>
            </a:r>
          </a:p>
        </p:txBody>
      </p:sp>
      <p:pic>
        <p:nvPicPr>
          <p:cNvPr id="3" name="Picture 2" descr="type_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6477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Average Duration by Type</a:t>
            </a:r>
          </a:p>
        </p:txBody>
      </p:sp>
      <p:pic>
        <p:nvPicPr>
          <p:cNvPr id="3" name="Picture 2" descr="avg_movie_dur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188720"/>
            <a:ext cx="7772400" cy="6477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</Words>
  <Application>Microsoft Office PowerPoint</Application>
  <PresentationFormat>On-screen Show (4:3)</PresentationFormat>
  <Paragraphs>19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Automated Insight Engine: Netflix Data Intelligence Report</vt:lpstr>
      <vt:lpstr>Executive Summary</vt:lpstr>
      <vt:lpstr>Top 10 Genres</vt:lpstr>
      <vt:lpstr>Top 10 Directors</vt:lpstr>
      <vt:lpstr>Rating Distribution</vt:lpstr>
      <vt:lpstr>Titles Released per Year</vt:lpstr>
      <vt:lpstr>Title Type Distribution</vt:lpstr>
      <vt:lpstr>Average Duration by Type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rushikesh kadam</dc:creator>
  <cp:keywords/>
  <dc:description>generated using python-pptx</dc:description>
  <cp:lastModifiedBy>rushikesh kadam</cp:lastModifiedBy>
  <cp:revision>2</cp:revision>
  <dcterms:created xsi:type="dcterms:W3CDTF">2013-01-27T09:14:16Z</dcterms:created>
  <dcterms:modified xsi:type="dcterms:W3CDTF">2025-12-03T07:18:10Z</dcterms:modified>
  <cp:category/>
</cp:coreProperties>
</file>